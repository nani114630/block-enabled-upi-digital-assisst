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UPI Digital Asset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Blockchain-based Digital Asset Transparency Platform</a:t>
            </a:r>
          </a:p>
          <a:p>
            <a:r>
              <a:t>with INR Payment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Digital assets usually require crypto wallets and complex cryptocurrency transactions.</a:t>
            </a:r>
          </a:p>
          <a:p>
            <a:r>
              <a:t>Solution: A system bridging traditional payments with blockchain technology.</a:t>
            </a:r>
          </a:p>
          <a:p>
            <a:r>
              <a:t>Users can pay in INR using familiar methods (UPI, Card, Net Banking) via Razorpay.</a:t>
            </a:r>
          </a:p>
          <a:p>
            <a:r>
              <a:t>NFTs are minted on Polygon, providing immutable proof of ownership.</a:t>
            </a:r>
          </a:p>
          <a:p>
            <a:r>
              <a:t>Creates a seamless experience for non-crypto users while maintaining blockchain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Authentication: Secure JWT-based auth with role management.</a:t>
            </a:r>
          </a:p>
          <a:p>
            <a:r>
              <a:t>Asset Marketplace: Browse, search, and filter digital assets.</a:t>
            </a:r>
          </a:p>
          <a:p>
            <a:r>
              <a:t>INR Payments: Real-time fiat payments via Razorpay.</a:t>
            </a:r>
          </a:p>
          <a:p>
            <a:r>
              <a:t>Automated NFT Minting: Automatic minting after successful payment.</a:t>
            </a:r>
          </a:p>
          <a:p>
            <a:r>
              <a:t>Dual Verification: Ownership verified via MongoDB and Polygon.</a:t>
            </a:r>
          </a:p>
          <a:p>
            <a:r>
              <a:t>Ownership History: Full transaction history stored in the smart contract.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14, Tailwind CSS, Zustand</a:t>
            </a:r>
          </a:p>
          <a:p>
            <a:r>
              <a:t>Backend: Node.js, Express.js, MongoDB, Mongoose</a:t>
            </a:r>
          </a:p>
          <a:p>
            <a:r>
              <a:t>Blockchain: Solidity 0.8.20, Hardhat, Ethers.js</a:t>
            </a:r>
          </a:p>
          <a:p>
            <a:r>
              <a:t>Networks &amp; Storage: Polygon Mumbai Testnet, IPFS (Pinata)</a:t>
            </a:r>
          </a:p>
          <a:p>
            <a:r>
              <a:t>Infrastructure: MongoDB Atlas, Vercel,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Payment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selects an asset from the marketplace.</a:t>
            </a:r>
          </a:p>
          <a:p>
            <a:r>
              <a:t>2. BACKEND creates an INR order and generates a Razorpay session.</a:t>
            </a:r>
          </a:p>
          <a:p>
            <a:r>
              <a:t>3. USER completes the payment using traditional methods (e.g., Cards, UPI).</a:t>
            </a:r>
          </a:p>
          <a:p>
            <a:r>
              <a:t>4. BACKEND receives the webhook, verifying the payment status.</a:t>
            </a:r>
          </a:p>
          <a:p>
            <a:r>
              <a:t>5. SMART CONTRACT is triggered to mint the NFT on Polygon.</a:t>
            </a:r>
          </a:p>
          <a:p>
            <a:r>
              <a:t>6. USER immediately sees the NFT in their dashboard with a PolygonScan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Contract (AssetNFT.sol) is an ERC721 token.</a:t>
            </a:r>
          </a:p>
          <a:p>
            <a:r>
              <a:t>Uses Polygon Network for low fees (~$0.001) and fast confirmations.</a:t>
            </a:r>
          </a:p>
          <a:p>
            <a:r>
              <a:t>EVM compatibility allows interaction with standard Ethereum tools.</a:t>
            </a:r>
          </a:p>
          <a:p>
            <a:r>
              <a:t>Complete transparency - Ownership is publicly verifiable on PolygonScan.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Collections Structure:</a:t>
            </a:r>
          </a:p>
          <a:p>
            <a:r>
              <a:t> - Users: Account details and authentication</a:t>
            </a:r>
          </a:p>
          <a:p>
            <a:r>
              <a:t> - Assets: Digital assets listed in the marketplace</a:t>
            </a:r>
          </a:p>
          <a:p>
            <a:r>
              <a:t> - NFTs: Records of minted non-fungible tokens</a:t>
            </a:r>
          </a:p>
          <a:p>
            <a:r>
              <a:t> - Orders: Purchase orders initiated by users</a:t>
            </a:r>
          </a:p>
          <a:p>
            <a:r>
              <a:t> - Transactions: History of payments and status</a:t>
            </a:r>
          </a:p>
          <a:p>
            <a:r>
              <a:t>Relationship: User -&gt; Order -&gt; NFT -&gt; Asset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